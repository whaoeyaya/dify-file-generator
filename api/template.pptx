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41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10200" y="2095500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43600" y="40005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6587" y="4230738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76587" y="4230738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svg"/><Relationship Id="rId20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22124" y="263787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C921D39F-F4B8-36BE-F88E-247F17C8E257}"/>
              </a:ext>
            </a:extLst>
          </p:cNvPr>
          <p:cNvSpPr/>
          <p:nvPr userDrawn="1"/>
        </p:nvSpPr>
        <p:spPr>
          <a:xfrm rot="-6764457">
            <a:off x="11927389" y="-4483688"/>
            <a:ext cx="8318131" cy="7985406"/>
          </a:xfrm>
          <a:custGeom>
            <a:avLst/>
            <a:gdLst/>
            <a:ahLst/>
            <a:cxnLst/>
            <a:rect l="l" t="t" r="r" b="b"/>
            <a:pathLst>
              <a:path w="8318131" h="7985406">
                <a:moveTo>
                  <a:pt x="0" y="0"/>
                </a:moveTo>
                <a:lnTo>
                  <a:pt x="8318131" y="0"/>
                </a:lnTo>
                <a:lnTo>
                  <a:pt x="8318131" y="7985406"/>
                </a:lnTo>
                <a:lnTo>
                  <a:pt x="0" y="798540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27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7075CBAD-1F96-F6FD-8EFC-2603E9A0DA69}"/>
              </a:ext>
            </a:extLst>
          </p:cNvPr>
          <p:cNvSpPr/>
          <p:nvPr userDrawn="1"/>
        </p:nvSpPr>
        <p:spPr>
          <a:xfrm rot="3132368">
            <a:off x="-5976116" y="-5326386"/>
            <a:ext cx="10995684" cy="10555857"/>
          </a:xfrm>
          <a:custGeom>
            <a:avLst/>
            <a:gdLst/>
            <a:ahLst/>
            <a:cxnLst/>
            <a:rect l="l" t="t" r="r" b="b"/>
            <a:pathLst>
              <a:path w="10995684" h="10555857">
                <a:moveTo>
                  <a:pt x="0" y="0"/>
                </a:moveTo>
                <a:lnTo>
                  <a:pt x="10995685" y="0"/>
                </a:lnTo>
                <a:lnTo>
                  <a:pt x="10995685" y="10555857"/>
                </a:lnTo>
                <a:lnTo>
                  <a:pt x="0" y="1055585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77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5A301577-68D8-2978-C4BD-E6AB1CE633EB}"/>
              </a:ext>
            </a:extLst>
          </p:cNvPr>
          <p:cNvSpPr/>
          <p:nvPr userDrawn="1"/>
        </p:nvSpPr>
        <p:spPr>
          <a:xfrm rot="-496287">
            <a:off x="10673415" y="6146554"/>
            <a:ext cx="10995684" cy="10555857"/>
          </a:xfrm>
          <a:custGeom>
            <a:avLst/>
            <a:gdLst/>
            <a:ahLst/>
            <a:cxnLst/>
            <a:rect l="l" t="t" r="r" b="b"/>
            <a:pathLst>
              <a:path w="10995684" h="10555857">
                <a:moveTo>
                  <a:pt x="0" y="0"/>
                </a:moveTo>
                <a:lnTo>
                  <a:pt x="10995684" y="0"/>
                </a:lnTo>
                <a:lnTo>
                  <a:pt x="10995684" y="10555857"/>
                </a:lnTo>
                <a:lnTo>
                  <a:pt x="0" y="1055585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77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5E283876-6330-0E87-BD52-B7FC2B631D8C}"/>
              </a:ext>
            </a:extLst>
          </p:cNvPr>
          <p:cNvSpPr/>
          <p:nvPr userDrawn="1"/>
        </p:nvSpPr>
        <p:spPr>
          <a:xfrm rot="1417021">
            <a:off x="14846083" y="-2001542"/>
            <a:ext cx="6150968" cy="5904929"/>
          </a:xfrm>
          <a:custGeom>
            <a:avLst/>
            <a:gdLst/>
            <a:ahLst/>
            <a:cxnLst/>
            <a:rect l="l" t="t" r="r" b="b"/>
            <a:pathLst>
              <a:path w="6150968" h="5904929">
                <a:moveTo>
                  <a:pt x="0" y="0"/>
                </a:moveTo>
                <a:lnTo>
                  <a:pt x="6150968" y="0"/>
                </a:lnTo>
                <a:lnTo>
                  <a:pt x="6150968" y="5904929"/>
                </a:lnTo>
                <a:lnTo>
                  <a:pt x="0" y="59049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6D960F7D-8134-B56C-84B5-AED55DF7A528}"/>
              </a:ext>
            </a:extLst>
          </p:cNvPr>
          <p:cNvSpPr/>
          <p:nvPr userDrawn="1"/>
        </p:nvSpPr>
        <p:spPr>
          <a:xfrm rot="1417021">
            <a:off x="-1794382" y="8236205"/>
            <a:ext cx="6150968" cy="5904929"/>
          </a:xfrm>
          <a:custGeom>
            <a:avLst/>
            <a:gdLst/>
            <a:ahLst/>
            <a:cxnLst/>
            <a:rect l="l" t="t" r="r" b="b"/>
            <a:pathLst>
              <a:path w="6150968" h="5904929">
                <a:moveTo>
                  <a:pt x="0" y="0"/>
                </a:moveTo>
                <a:lnTo>
                  <a:pt x="6150968" y="0"/>
                </a:lnTo>
                <a:lnTo>
                  <a:pt x="6150968" y="5904929"/>
                </a:lnTo>
                <a:lnTo>
                  <a:pt x="0" y="59049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BE6AA830-44E7-6B0C-3CF4-E8E53B96BBD2}"/>
              </a:ext>
            </a:extLst>
          </p:cNvPr>
          <p:cNvSpPr/>
          <p:nvPr userDrawn="1"/>
        </p:nvSpPr>
        <p:spPr>
          <a:xfrm rot="-496287">
            <a:off x="-4599839" y="1319364"/>
            <a:ext cx="7966949" cy="7648271"/>
          </a:xfrm>
          <a:custGeom>
            <a:avLst/>
            <a:gdLst/>
            <a:ahLst/>
            <a:cxnLst/>
            <a:rect l="l" t="t" r="r" b="b"/>
            <a:pathLst>
              <a:path w="7966949" h="7648271">
                <a:moveTo>
                  <a:pt x="0" y="0"/>
                </a:moveTo>
                <a:lnTo>
                  <a:pt x="7966949" y="0"/>
                </a:lnTo>
                <a:lnTo>
                  <a:pt x="7966949" y="7648271"/>
                </a:lnTo>
                <a:lnTo>
                  <a:pt x="0" y="764827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7741D603-489B-FF68-063D-C480D591B31A}"/>
              </a:ext>
            </a:extLst>
          </p:cNvPr>
          <p:cNvSpPr/>
          <p:nvPr userDrawn="1"/>
        </p:nvSpPr>
        <p:spPr>
          <a:xfrm rot="1762000">
            <a:off x="-196851" y="-335102"/>
            <a:ext cx="3326409" cy="3302893"/>
          </a:xfrm>
          <a:custGeom>
            <a:avLst/>
            <a:gdLst/>
            <a:ahLst/>
            <a:cxnLst/>
            <a:rect l="l" t="t" r="r" b="b"/>
            <a:pathLst>
              <a:path w="3326409" h="3302893">
                <a:moveTo>
                  <a:pt x="0" y="0"/>
                </a:moveTo>
                <a:lnTo>
                  <a:pt x="3326409" y="0"/>
                </a:lnTo>
                <a:lnTo>
                  <a:pt x="3326409" y="3302894"/>
                </a:lnTo>
                <a:lnTo>
                  <a:pt x="0" y="330289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D9EC7138-6AE5-F248-0D25-3E41ADA93056}"/>
              </a:ext>
            </a:extLst>
          </p:cNvPr>
          <p:cNvSpPr/>
          <p:nvPr userDrawn="1"/>
        </p:nvSpPr>
        <p:spPr>
          <a:xfrm>
            <a:off x="14401800" y="7251388"/>
            <a:ext cx="4530505" cy="3161824"/>
          </a:xfrm>
          <a:custGeom>
            <a:avLst/>
            <a:gdLst/>
            <a:ahLst/>
            <a:cxnLst/>
            <a:rect l="l" t="t" r="r" b="b"/>
            <a:pathLst>
              <a:path w="4530505" h="3161824">
                <a:moveTo>
                  <a:pt x="0" y="0"/>
                </a:moveTo>
                <a:lnTo>
                  <a:pt x="4530505" y="0"/>
                </a:lnTo>
                <a:lnTo>
                  <a:pt x="4530505" y="3161824"/>
                </a:lnTo>
                <a:lnTo>
                  <a:pt x="0" y="316182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</p:sp>
      <p:sp>
        <p:nvSpPr>
          <p:cNvPr id="18" name="Freeform 15">
            <a:extLst>
              <a:ext uri="{FF2B5EF4-FFF2-40B4-BE49-F238E27FC236}">
                <a16:creationId xmlns:a16="http://schemas.microsoft.com/office/drawing/2014/main" id="{A7C8B8F8-A088-DAD6-1E59-4E29C05899A2}"/>
              </a:ext>
            </a:extLst>
          </p:cNvPr>
          <p:cNvSpPr/>
          <p:nvPr userDrawn="1"/>
        </p:nvSpPr>
        <p:spPr>
          <a:xfrm>
            <a:off x="6115718" y="3728939"/>
            <a:ext cx="6056564" cy="590515"/>
          </a:xfrm>
          <a:custGeom>
            <a:avLst/>
            <a:gdLst/>
            <a:ahLst/>
            <a:cxnLst/>
            <a:rect l="l" t="t" r="r" b="b"/>
            <a:pathLst>
              <a:path w="6056564" h="590515">
                <a:moveTo>
                  <a:pt x="0" y="0"/>
                </a:moveTo>
                <a:lnTo>
                  <a:pt x="6056564" y="0"/>
                </a:lnTo>
                <a:lnTo>
                  <a:pt x="6056564" y="590515"/>
                </a:lnTo>
                <a:lnTo>
                  <a:pt x="0" y="59051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自定义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3" baseType="lpstr">
      <vt:lpstr>Calibri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蓝色线描卡通风自我介绍演示文稿</dc:title>
  <cp:lastModifiedBy>1193432393@qq.com</cp:lastModifiedBy>
  <cp:revision>6</cp:revision>
  <dcterms:created xsi:type="dcterms:W3CDTF">2006-08-16T00:00:00Z</dcterms:created>
  <dcterms:modified xsi:type="dcterms:W3CDTF">2026-08-30T03:23:19Z</dcterms:modified>
  <dc:identifier>DAHTmuge0ec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{"Label":"1","ContentProducer":"001191110105MA01AN806X00000","ProduceID":"DAHTmuge0ec","ReservedCode1":"","ContentPropagator":"001191110105MA01AN806X00000","PropagateID":"DAHTmuge0ec","ReservedCode2":""}</vt:lpwstr>
  </property>
</Properties>
</file>