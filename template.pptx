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思源黑体 1 Medium" panose="02010600030101010101" charset="-122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41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0200" y="209550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600" y="40005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587" y="4230738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6587" y="4230738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22124" y="263787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C921D39F-F4B8-36BE-F88E-247F17C8E257}"/>
              </a:ext>
            </a:extLst>
          </p:cNvPr>
          <p:cNvSpPr/>
          <p:nvPr userDrawn="1"/>
        </p:nvSpPr>
        <p:spPr>
          <a:xfrm rot="-6764457">
            <a:off x="11927389" y="-4483688"/>
            <a:ext cx="8318131" cy="7985406"/>
          </a:xfrm>
          <a:custGeom>
            <a:avLst/>
            <a:gdLst/>
            <a:ahLst/>
            <a:cxnLst/>
            <a:rect l="l" t="t" r="r" b="b"/>
            <a:pathLst>
              <a:path w="8318131" h="7985406">
                <a:moveTo>
                  <a:pt x="0" y="0"/>
                </a:moveTo>
                <a:lnTo>
                  <a:pt x="8318131" y="0"/>
                </a:lnTo>
                <a:lnTo>
                  <a:pt x="8318131" y="7985406"/>
                </a:lnTo>
                <a:lnTo>
                  <a:pt x="0" y="79854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075CBAD-1F96-F6FD-8EFC-2603E9A0DA69}"/>
              </a:ext>
            </a:extLst>
          </p:cNvPr>
          <p:cNvSpPr/>
          <p:nvPr userDrawn="1"/>
        </p:nvSpPr>
        <p:spPr>
          <a:xfrm rot="3132368">
            <a:off x="-5976116" y="-5326386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5" y="0"/>
                </a:lnTo>
                <a:lnTo>
                  <a:pt x="10995685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A301577-68D8-2978-C4BD-E6AB1CE633EB}"/>
              </a:ext>
            </a:extLst>
          </p:cNvPr>
          <p:cNvSpPr/>
          <p:nvPr userDrawn="1"/>
        </p:nvSpPr>
        <p:spPr>
          <a:xfrm rot="-496287">
            <a:off x="10379509" y="6779673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4" y="0"/>
                </a:lnTo>
                <a:lnTo>
                  <a:pt x="10995684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5E283876-6330-0E87-BD52-B7FC2B631D8C}"/>
              </a:ext>
            </a:extLst>
          </p:cNvPr>
          <p:cNvSpPr/>
          <p:nvPr userDrawn="1"/>
        </p:nvSpPr>
        <p:spPr>
          <a:xfrm rot="1417021">
            <a:off x="14846083" y="-2001542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D960F7D-8134-B56C-84B5-AED55DF7A528}"/>
              </a:ext>
            </a:extLst>
          </p:cNvPr>
          <p:cNvSpPr/>
          <p:nvPr userDrawn="1"/>
        </p:nvSpPr>
        <p:spPr>
          <a:xfrm rot="1417021">
            <a:off x="-1794382" y="8236205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E6AA830-44E7-6B0C-3CF4-E8E53B96BBD2}"/>
              </a:ext>
            </a:extLst>
          </p:cNvPr>
          <p:cNvSpPr/>
          <p:nvPr userDrawn="1"/>
        </p:nvSpPr>
        <p:spPr>
          <a:xfrm rot="-496287">
            <a:off x="-4599839" y="1319364"/>
            <a:ext cx="7966949" cy="7648271"/>
          </a:xfrm>
          <a:custGeom>
            <a:avLst/>
            <a:gdLst/>
            <a:ahLst/>
            <a:cxnLst/>
            <a:rect l="l" t="t" r="r" b="b"/>
            <a:pathLst>
              <a:path w="7966949" h="7648271">
                <a:moveTo>
                  <a:pt x="0" y="0"/>
                </a:moveTo>
                <a:lnTo>
                  <a:pt x="7966949" y="0"/>
                </a:lnTo>
                <a:lnTo>
                  <a:pt x="7966949" y="7648271"/>
                </a:lnTo>
                <a:lnTo>
                  <a:pt x="0" y="7648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7741D603-489B-FF68-063D-C480D591B31A}"/>
              </a:ext>
            </a:extLst>
          </p:cNvPr>
          <p:cNvSpPr/>
          <p:nvPr userDrawn="1"/>
        </p:nvSpPr>
        <p:spPr>
          <a:xfrm rot="1762000">
            <a:off x="-196851" y="-335102"/>
            <a:ext cx="3326409" cy="3302893"/>
          </a:xfrm>
          <a:custGeom>
            <a:avLst/>
            <a:gdLst/>
            <a:ahLst/>
            <a:cxnLst/>
            <a:rect l="l" t="t" r="r" b="b"/>
            <a:pathLst>
              <a:path w="3326409" h="3302893">
                <a:moveTo>
                  <a:pt x="0" y="0"/>
                </a:moveTo>
                <a:lnTo>
                  <a:pt x="3326409" y="0"/>
                </a:lnTo>
                <a:lnTo>
                  <a:pt x="3326409" y="3302894"/>
                </a:lnTo>
                <a:lnTo>
                  <a:pt x="0" y="3302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D9EC7138-6AE5-F248-0D25-3E41ADA93056}"/>
              </a:ext>
            </a:extLst>
          </p:cNvPr>
          <p:cNvSpPr/>
          <p:nvPr userDrawn="1"/>
        </p:nvSpPr>
        <p:spPr>
          <a:xfrm>
            <a:off x="14401800" y="7251388"/>
            <a:ext cx="4530505" cy="3161824"/>
          </a:xfrm>
          <a:custGeom>
            <a:avLst/>
            <a:gdLst/>
            <a:ahLst/>
            <a:cxnLst/>
            <a:rect l="l" t="t" r="r" b="b"/>
            <a:pathLst>
              <a:path w="4530505" h="3161824">
                <a:moveTo>
                  <a:pt x="0" y="0"/>
                </a:moveTo>
                <a:lnTo>
                  <a:pt x="4530505" y="0"/>
                </a:lnTo>
                <a:lnTo>
                  <a:pt x="4530505" y="3161824"/>
                </a:lnTo>
                <a:lnTo>
                  <a:pt x="0" y="31618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A7C8B8F8-A088-DAD6-1E59-4E29C05899A2}"/>
              </a:ext>
            </a:extLst>
          </p:cNvPr>
          <p:cNvSpPr/>
          <p:nvPr userDrawn="1"/>
        </p:nvSpPr>
        <p:spPr>
          <a:xfrm>
            <a:off x="6115718" y="3728939"/>
            <a:ext cx="6056564" cy="590515"/>
          </a:xfrm>
          <a:custGeom>
            <a:avLst/>
            <a:gdLst/>
            <a:ahLst/>
            <a:cxnLst/>
            <a:rect l="l" t="t" r="r" b="b"/>
            <a:pathLst>
              <a:path w="6056564" h="590515">
                <a:moveTo>
                  <a:pt x="0" y="0"/>
                </a:moveTo>
                <a:lnTo>
                  <a:pt x="6056564" y="0"/>
                </a:lnTo>
                <a:lnTo>
                  <a:pt x="6056564" y="590515"/>
                </a:lnTo>
                <a:lnTo>
                  <a:pt x="0" y="59051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764457">
            <a:off x="11927389" y="-4483688"/>
            <a:ext cx="8318131" cy="7985406"/>
          </a:xfrm>
          <a:custGeom>
            <a:avLst/>
            <a:gdLst/>
            <a:ahLst/>
            <a:cxnLst/>
            <a:rect l="l" t="t" r="r" b="b"/>
            <a:pathLst>
              <a:path w="8318131" h="7985406">
                <a:moveTo>
                  <a:pt x="0" y="0"/>
                </a:moveTo>
                <a:lnTo>
                  <a:pt x="8318131" y="0"/>
                </a:lnTo>
                <a:lnTo>
                  <a:pt x="8318131" y="7985406"/>
                </a:lnTo>
                <a:lnTo>
                  <a:pt x="0" y="798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76992">
            <a:off x="-910263" y="7274821"/>
            <a:ext cx="7380211" cy="7085002"/>
          </a:xfrm>
          <a:custGeom>
            <a:avLst/>
            <a:gdLst/>
            <a:ahLst/>
            <a:cxnLst/>
            <a:rect l="l" t="t" r="r" b="b"/>
            <a:pathLst>
              <a:path w="7380211" h="7085002">
                <a:moveTo>
                  <a:pt x="0" y="0"/>
                </a:moveTo>
                <a:lnTo>
                  <a:pt x="7380211" y="0"/>
                </a:lnTo>
                <a:lnTo>
                  <a:pt x="7380211" y="7085002"/>
                </a:lnTo>
                <a:lnTo>
                  <a:pt x="0" y="708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132368">
            <a:off x="-5976116" y="-5326386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5" y="0"/>
                </a:lnTo>
                <a:lnTo>
                  <a:pt x="10995685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96287">
            <a:off x="9846109" y="7198602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4" y="0"/>
                </a:lnTo>
                <a:lnTo>
                  <a:pt x="10995684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17021">
            <a:off x="14846083" y="-2001542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417021">
            <a:off x="-1794382" y="8236205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496287">
            <a:off x="13946771" y="7425913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4" y="0"/>
                </a:lnTo>
                <a:lnTo>
                  <a:pt x="10995684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96287">
            <a:off x="-4599839" y="1319364"/>
            <a:ext cx="7966949" cy="7648271"/>
          </a:xfrm>
          <a:custGeom>
            <a:avLst/>
            <a:gdLst/>
            <a:ahLst/>
            <a:cxnLst/>
            <a:rect l="l" t="t" r="r" b="b"/>
            <a:pathLst>
              <a:path w="7966949" h="7648271">
                <a:moveTo>
                  <a:pt x="0" y="0"/>
                </a:moveTo>
                <a:lnTo>
                  <a:pt x="7966949" y="0"/>
                </a:lnTo>
                <a:lnTo>
                  <a:pt x="7966949" y="7648271"/>
                </a:lnTo>
                <a:lnTo>
                  <a:pt x="0" y="7648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762000">
            <a:off x="1179644" y="1632118"/>
            <a:ext cx="3326409" cy="3302893"/>
          </a:xfrm>
          <a:custGeom>
            <a:avLst/>
            <a:gdLst/>
            <a:ahLst/>
            <a:cxnLst/>
            <a:rect l="l" t="t" r="r" b="b"/>
            <a:pathLst>
              <a:path w="3326409" h="3302893">
                <a:moveTo>
                  <a:pt x="0" y="0"/>
                </a:moveTo>
                <a:lnTo>
                  <a:pt x="3326409" y="0"/>
                </a:lnTo>
                <a:lnTo>
                  <a:pt x="3326409" y="3302894"/>
                </a:lnTo>
                <a:lnTo>
                  <a:pt x="0" y="3302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1" name="Freeform 11"/>
          <p:cNvSpPr/>
          <p:nvPr/>
        </p:nvSpPr>
        <p:spPr>
          <a:xfrm>
            <a:off x="13244662" y="6096476"/>
            <a:ext cx="4530505" cy="3161824"/>
          </a:xfrm>
          <a:custGeom>
            <a:avLst/>
            <a:gdLst/>
            <a:ahLst/>
            <a:cxnLst/>
            <a:rect l="l" t="t" r="r" b="b"/>
            <a:pathLst>
              <a:path w="4530505" h="3161824">
                <a:moveTo>
                  <a:pt x="0" y="0"/>
                </a:moveTo>
                <a:lnTo>
                  <a:pt x="4530505" y="0"/>
                </a:lnTo>
                <a:lnTo>
                  <a:pt x="4530505" y="3161824"/>
                </a:lnTo>
                <a:lnTo>
                  <a:pt x="0" y="3161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grpSp>
        <p:nvGrpSpPr>
          <p:cNvPr id="12" name="Group 12"/>
          <p:cNvGrpSpPr/>
          <p:nvPr/>
        </p:nvGrpSpPr>
        <p:grpSpPr>
          <a:xfrm>
            <a:off x="7491615" y="7214601"/>
            <a:ext cx="3304770" cy="615342"/>
            <a:chOff x="0" y="0"/>
            <a:chExt cx="899514" cy="167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9514" cy="167488"/>
            </a:xfrm>
            <a:custGeom>
              <a:avLst/>
              <a:gdLst/>
              <a:ahLst/>
              <a:cxnLst/>
              <a:rect l="l" t="t" r="r" b="b"/>
              <a:pathLst>
                <a:path w="899514" h="167488">
                  <a:moveTo>
                    <a:pt x="83744" y="0"/>
                  </a:moveTo>
                  <a:lnTo>
                    <a:pt x="815770" y="0"/>
                  </a:lnTo>
                  <a:cubicBezTo>
                    <a:pt x="862021" y="0"/>
                    <a:pt x="899514" y="37493"/>
                    <a:pt x="899514" y="83744"/>
                  </a:cubicBezTo>
                  <a:lnTo>
                    <a:pt x="899514" y="83744"/>
                  </a:lnTo>
                  <a:cubicBezTo>
                    <a:pt x="899514" y="129994"/>
                    <a:pt x="862021" y="167488"/>
                    <a:pt x="815770" y="167488"/>
                  </a:cubicBezTo>
                  <a:lnTo>
                    <a:pt x="83744" y="167488"/>
                  </a:lnTo>
                  <a:cubicBezTo>
                    <a:pt x="37493" y="167488"/>
                    <a:pt x="0" y="129994"/>
                    <a:pt x="0" y="83744"/>
                  </a:cubicBezTo>
                  <a:lnTo>
                    <a:pt x="0" y="83744"/>
                  </a:lnTo>
                  <a:cubicBezTo>
                    <a:pt x="0" y="37493"/>
                    <a:pt x="37493" y="0"/>
                    <a:pt x="83744" y="0"/>
                  </a:cubicBezTo>
                  <a:close/>
                </a:path>
              </a:pathLst>
            </a:custGeom>
            <a:solidFill>
              <a:srgbClr val="6EA7F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99514" cy="215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115718" y="3728939"/>
            <a:ext cx="6056564" cy="590515"/>
          </a:xfrm>
          <a:custGeom>
            <a:avLst/>
            <a:gdLst/>
            <a:ahLst/>
            <a:cxnLst/>
            <a:rect l="l" t="t" r="r" b="b"/>
            <a:pathLst>
              <a:path w="6056564" h="590515">
                <a:moveTo>
                  <a:pt x="0" y="0"/>
                </a:moveTo>
                <a:lnTo>
                  <a:pt x="6056564" y="0"/>
                </a:lnTo>
                <a:lnTo>
                  <a:pt x="6056564" y="590515"/>
                </a:lnTo>
                <a:lnTo>
                  <a:pt x="0" y="5905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55318" y="7233844"/>
            <a:ext cx="2577363" cy="472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4"/>
              </a:lnSpc>
            </a:pPr>
            <a:r>
              <a:rPr lang="en-US" sz="2789" b="1">
                <a:solidFill>
                  <a:srgbClr val="FFFFFF"/>
                </a:solidFill>
                <a:latin typeface="思源黑体 1 Medium"/>
                <a:ea typeface="思源黑体 1 Medium"/>
                <a:cs typeface="思源黑体 1 Medium"/>
                <a:sym typeface="思源黑体 1 Medium"/>
              </a:rPr>
              <a:t>NAME：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2576992">
            <a:off x="-950215" y="8074410"/>
            <a:ext cx="7380211" cy="7085002"/>
          </a:xfrm>
          <a:custGeom>
            <a:avLst/>
            <a:gdLst/>
            <a:ahLst/>
            <a:cxnLst/>
            <a:rect l="l" t="t" r="r" b="b"/>
            <a:pathLst>
              <a:path w="7380211" h="7085002">
                <a:moveTo>
                  <a:pt x="0" y="0"/>
                </a:moveTo>
                <a:lnTo>
                  <a:pt x="7380211" y="0"/>
                </a:lnTo>
                <a:lnTo>
                  <a:pt x="7380211" y="7085002"/>
                </a:lnTo>
                <a:lnTo>
                  <a:pt x="0" y="708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96287">
            <a:off x="12927033" y="7764254"/>
            <a:ext cx="8664533" cy="8317952"/>
          </a:xfrm>
          <a:custGeom>
            <a:avLst/>
            <a:gdLst/>
            <a:ahLst/>
            <a:cxnLst/>
            <a:rect l="l" t="t" r="r" b="b"/>
            <a:pathLst>
              <a:path w="8664533" h="8317952">
                <a:moveTo>
                  <a:pt x="0" y="0"/>
                </a:moveTo>
                <a:lnTo>
                  <a:pt x="8664534" y="0"/>
                </a:lnTo>
                <a:lnTo>
                  <a:pt x="8664534" y="8317953"/>
                </a:lnTo>
                <a:lnTo>
                  <a:pt x="0" y="8317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17021">
            <a:off x="14846083" y="-2001542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417021">
            <a:off x="-1794382" y="8796397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496287">
            <a:off x="17404385" y="3064888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5" y="0"/>
                </a:lnTo>
                <a:lnTo>
                  <a:pt x="10995685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4717159">
            <a:off x="-2147966" y="-5491773"/>
            <a:ext cx="7966949" cy="7648271"/>
          </a:xfrm>
          <a:custGeom>
            <a:avLst/>
            <a:gdLst/>
            <a:ahLst/>
            <a:cxnLst/>
            <a:rect l="l" t="t" r="r" b="b"/>
            <a:pathLst>
              <a:path w="7966949" h="7648271">
                <a:moveTo>
                  <a:pt x="0" y="0"/>
                </a:moveTo>
                <a:lnTo>
                  <a:pt x="7966949" y="0"/>
                </a:lnTo>
                <a:lnTo>
                  <a:pt x="7966949" y="7648271"/>
                </a:lnTo>
                <a:lnTo>
                  <a:pt x="0" y="7648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Arial</vt:lpstr>
      <vt:lpstr>思源黑体 1 Medium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蓝色线描卡通风自我介绍演示文稿</dc:title>
  <cp:lastModifiedBy>1193432393@qq.com</cp:lastModifiedBy>
  <cp:revision>4</cp:revision>
  <dcterms:created xsi:type="dcterms:W3CDTF">2006-08-16T00:00:00Z</dcterms:created>
  <dcterms:modified xsi:type="dcterms:W3CDTF">2026-08-28T19:21:47Z</dcterms:modified>
  <dc:identifier>DAHTmuge0ec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{"Label":"1","ContentProducer":"001191110105MA01AN806X00000","ProduceID":"DAHTmuge0ec","ReservedCode1":"","ContentPropagator":"001191110105MA01AN806X00000","PropagateID":"DAHTmuge0ec","ReservedCode2":""}</vt:lpwstr>
  </property>
</Properties>
</file>